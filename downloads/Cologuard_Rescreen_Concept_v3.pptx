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SLD-TITLE-01 · CMP-TITLE-01. Brand mark not available (GAP-01) — product name set in plain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SLD-EXEC-SUMMARY-01 · CMP-TITLE-01, CMP-KPI-01, CMP-CALLOUT-01 · ICN-ALERT, ICN-USERS, ICN-CHART. All numbers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SLD-INSIGHT-01 · CMP-INSIGHT-01 (left), CMP-EVIDENCE-01 ×3 (right) · ICN-TARGET. Replace numbers, methods and sample sizes with real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(current state). Stage names, actions and pain points are dummy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SLD-QUOTE-01 · CMP-QUOTE-01 ×3 with CMP-CUSTOMER-01 attribution · ICN-QUOTE. GATE-02 exception approved: quotes are placeholders and must be replaced with real verbatims (CMP-QUOTE-01 'never invented'). CMP-PERSONA-01 not used (conditional — no research-backed persona).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SLD-3COL-01 (conditional met: exactly three parallel items, each ≤40 words) · CMP-3COL-01, CMP-INSIGHT-01 · ICN-CLOCK, ICN-QUOTE, ICN-CHECK. Concept name is a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(future state). Same stage grid as slide 4 (RULE-11). Channel colours = dataviz 1, 2 and 4 (Email, SMS, RCS).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MSG-SMS-01 (proposed) + email shown in DEVICE-IPHONE-01 (no email MSG-* pattern exists — approved fallback) · CMP-CALLOUT-01. Screens are empty labelled frames; owner will drop real mockups into the screen area. Never invent clinical/regulated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MSG-RCS-01 (proposed) on DEVICE-IPHONE-02 as the pattern requires · CMP-CALLOUT-01. Suggested-reply labels are placeholders; final copy from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SLD-KPI-GRID-01 · CMP-METRIC-01 ×4 (number, delta, icon + direction word) · ICN-TREND-UP. All values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SLD-NEXT-STEPS-01 · CMP-NEXTSTEP-01, CMP-TABLE-01. Owners and dates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Concept for approval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Cologuard Rescreen Experience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EF0F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new journey concept that brings returning patients back on time through one connected SMS, two-way RCS and email conversation.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4709160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0632" y="4709160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837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4709160"/>
            <a:ext cx="146304" cy="146304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2861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0F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Leadership review · September 2026 · Owner: Rajesh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conversation brings patients back 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75688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56032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38%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3832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 due patients don't rescreen within 90 days of their due date.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1178" y="2075688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749698" y="256032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→ 1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4749698" y="33832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Email, SMS and two-way RCS work as one conversation that we start.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20574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59317" y="2075688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IMPACT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447837" y="256032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4200" dirty="0"/>
          </a:p>
        </p:txBody>
      </p:sp>
      <p:sp>
        <p:nvSpPr>
          <p:cNvPr id="20" name="Text 15"/>
          <p:cNvSpPr txBox="1"/>
          <p:nvPr/>
        </p:nvSpPr>
        <p:spPr>
          <a:xfrm>
            <a:off x="8447837" y="338328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projected lift in on-time rescreen, with fewer steps to reorder.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51560" y="4832604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51560" y="48326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Approve a 90-day pilot of the rescreen journey with [pilot segment] in [market], and [budget / resources placeholder].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Dummy data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RESCREEN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Patients trust the test but lose momentum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846320" cy="4069080"/>
          </a:xfrm>
          <a:prstGeom prst="roundRect">
            <a:avLst>
              <a:gd name="adj" fmla="val 2697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57400"/>
            <a:ext cx="548640" cy="548640"/>
          </a:xfrm>
          <a:prstGeom prst="ellipse">
            <a:avLst/>
          </a:prstGeom>
          <a:solidFill>
            <a:srgbClr val="1628A3"/>
          </a:solidFill>
          <a:ln w="12700">
            <a:solidFill>
              <a:srgbClr val="1628A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234" y="21890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154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isn't a new decision for patients, yet today we treat it like one.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we hold the relationship between tests, rescreen should feel like a quick 'yes', not starting over.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06440" y="16916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856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18562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patients rescreen on time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4810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Claims / order data · 2025 cohort · n = [X]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1394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3304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33040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don't know when their next test is due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39288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Patient survey · online · n = 1,200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06440" y="45872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4751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47518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a patient to reorder a kit today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53766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CX team · 3 channels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[placeholder] · Dummy data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Today, every stage puts the work on the patient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8840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5144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56827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3131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64814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11118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72801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19105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80788" y="169164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7092" y="1691640"/>
            <a:ext cx="15056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4231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95144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Has to remember a date set three years ago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56827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3131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Gets a one-way reminder, often missed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64814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11118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Calls the provider to request a new order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72801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9105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Waits for the kit, then fits in collection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80788" y="2423160"/>
            <a:ext cx="1725107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7092" y="2551176"/>
            <a:ext cx="143249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Ships the kit back and waits for results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566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48840" y="3566160"/>
            <a:ext cx="93570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1394" y="3974897"/>
            <a:ext cx="1907987" cy="63094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381" y="4037990"/>
            <a:ext cx="1907987" cy="126187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827368" y="4059022"/>
            <a:ext cx="1907987" cy="105156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8735355" y="3995928"/>
            <a:ext cx="1907987" cy="63094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9098" y="3892601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48840" y="4093769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Unaware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37085" y="395569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56827" y="4156862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45072" y="4081882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64814" y="428305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53059" y="3976726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72801" y="4177894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561046" y="3913632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80788" y="411480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4846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48840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295144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proactive signal that rescreen is due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056827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03131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can't be answered or acted 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964814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11118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Extra provider step stalls most patients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872801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19105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status updates after the order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780788" y="4846320"/>
            <a:ext cx="1725107" cy="914400"/>
          </a:xfrm>
          <a:prstGeom prst="roundRect">
            <a:avLst>
              <a:gd name="adj" fmla="val 8000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27092" y="4974336"/>
            <a:ext cx="14324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bridge to the next cycle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[journey research placeholder]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VOICE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hard part is remembering, not the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494215" y="47548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94215" y="475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PLACEHOLDER QUOTES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60604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did it three years ago and forgot it was a repeating thing until my doctor brought it up.”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1560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Busy Planner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50–59 · 2nd rescreen · employed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51560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be reminded early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20574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60604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got a text, but I couldn't reply to it — so I meant to call and never did.”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749698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49698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Willing Delayer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749698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60–69 · overdue by 4 months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49698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86858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act in the moment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205740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47837" y="260604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“If you could just send me the kit again, I'd do it. It's the phone calls I avoid.”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447837" y="4206240"/>
            <a:ext cx="269229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47837" y="4343400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Low-Effort Loyalist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47837" y="4654296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3rd rescreen · retired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447837" y="4983480"/>
            <a:ext cx="269229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584997" y="498348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fewer steps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[interviews placeholder] · Quotes are placeholders, not verbatims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becomes a conversation we start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62695" y="47548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2695" y="475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Connect [name TBC]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57400"/>
            <a:ext cx="585216" cy="585216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012" y="2197852"/>
            <a:ext cx="304312" cy="304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1089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remember for them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51560" y="37033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16152" y="37033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patient tracks a three-year date on their own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51560" y="46177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16152" y="46177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reach out ahead of the due date with a timely heads-up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9698" y="2057400"/>
            <a:ext cx="585216" cy="585216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50" y="2197852"/>
            <a:ext cx="304312" cy="3043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49698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2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749698" y="31089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two-way conversation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4749698" y="37033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914290" y="37033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One-way reminders that can't be answered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749698" y="46177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914290" y="46177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Patients reply to confirm, reschedule or ask, by SMS or RCS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47837" y="2057400"/>
            <a:ext cx="585216" cy="585216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289" y="2197852"/>
            <a:ext cx="304312" cy="3043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47837" y="28346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3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447837" y="310896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Fewer steps to reorder</a:t>
            </a:r>
            <a:endParaRPr lang="en-US" sz="1900" dirty="0"/>
          </a:p>
        </p:txBody>
      </p:sp>
      <p:sp>
        <p:nvSpPr>
          <p:cNvPr id="29" name="Shape 24"/>
          <p:cNvSpPr/>
          <p:nvPr/>
        </p:nvSpPr>
        <p:spPr>
          <a:xfrm>
            <a:off x="8447837" y="37033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612429" y="37033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 the provider, wait for an order, wait for a kit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447837" y="4617720"/>
            <a:ext cx="2692298" cy="777240"/>
          </a:xfrm>
          <a:prstGeom prst="roundRect">
            <a:avLst>
              <a:gd name="adj" fmla="val 9412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612429" y="4617720"/>
            <a:ext cx="2363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reply starts it; we handle the order and ship the kit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stage gets a channel moment and a lighter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8840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5144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56827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3131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64814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11118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72801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19105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80788" y="1691640"/>
            <a:ext cx="1725107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7092" y="1691640"/>
            <a:ext cx="1505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251460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95144" y="267004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32888" y="2514600"/>
            <a:ext cx="126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rescreen matters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56827" y="251460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3131" y="267004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40875" y="2514600"/>
            <a:ext cx="126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Heads-up, reply to start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64814" y="251460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1118" y="2670048"/>
            <a:ext cx="146304" cy="146304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48862" y="2514600"/>
            <a:ext cx="126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Two-way: confirm order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72801" y="251460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9105" y="267004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56849" y="2514600"/>
            <a:ext cx="126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shipped + tracking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80788" y="2514600"/>
            <a:ext cx="172510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7092" y="267004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4836" y="2514600"/>
            <a:ext cx="126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+ next due date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3154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48840" y="315468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95144" y="328269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why it matters; nothing to do yet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056827" y="315468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3131" y="328269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Replies YES: no login, no call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64814" y="315468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11118" y="328269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Taps 'Order my kit'; we order it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72801" y="315468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19105" y="328269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Tracks the kit and gets a nudge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780788" y="3154680"/>
            <a:ext cx="172510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27092" y="3282696"/>
            <a:ext cx="143249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Sees results and next due date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4114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48840" y="4114800"/>
            <a:ext cx="93570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011394" y="4400824"/>
            <a:ext cx="1907987" cy="2852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919381" y="4369918"/>
            <a:ext cx="1907987" cy="3090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27368" y="4369918"/>
            <a:ext cx="1907987" cy="3566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735355" y="4358030"/>
            <a:ext cx="1907987" cy="4754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9098" y="4347058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48840" y="4548226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37085" y="4318528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56827" y="4519696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745072" y="4287622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64814" y="4488790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653059" y="432328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72801" y="4524451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561046" y="4275734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780788" y="4476902"/>
            <a:ext cx="1725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5212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148840" y="521208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295144" y="5340096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start the conversation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056827" y="521208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03131" y="5340096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becomes an action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964814" y="521208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11118" y="5340096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step handled for them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872801" y="521208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019105" y="5340096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Proactive status fills the gap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9780788" y="5212080"/>
            <a:ext cx="1725107" cy="548640"/>
          </a:xfrm>
          <a:prstGeom prst="roundRect">
            <a:avLst>
              <a:gd name="adj" fmla="val 1333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27092" y="5340096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cycle set up on day one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Timing and channel mix are illustrative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TOUCHPOINTS · SMS + EMAIL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SMS and email set up rescreen early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68535" y="47548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8535" y="475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MOCKUPS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917" y="1780346"/>
            <a:ext cx="1835359" cy="3891261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4077" y="3259025"/>
            <a:ext cx="1561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DEVICE-IPHONE-01</a:t>
            </a:r>
            <a:endParaRPr lang="en-US" sz="1350" dirty="0"/>
          </a:p>
        </p:txBody>
      </p:sp>
      <p:pic>
        <p:nvPicPr>
          <p:cNvPr id="8" name="Image 0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03454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86100" y="169164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23260" y="1810512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1860" y="1691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86100" y="246888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861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598164" y="245059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98164" y="279806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Reintroduces rescreen as the next step in their care.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086100" y="356616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8610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598164" y="354787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clear action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598164" y="389534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Single 'I'm ready' button; no account needed.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086100" y="466344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8610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598164" y="464515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Sets expectations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598164" y="499262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Says a text is coming, so the SMS feels familiar.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25564" y="1780346"/>
            <a:ext cx="1835359" cy="3891261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62724" y="3259025"/>
            <a:ext cx="1561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MSG-SMS-01</a:t>
            </a:r>
            <a:endParaRPr lang="en-US" sz="1350" dirty="0"/>
          </a:p>
        </p:txBody>
      </p:sp>
      <p:pic>
        <p:nvPicPr>
          <p:cNvPr id="26" name="Image 1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691640"/>
            <a:ext cx="2034540" cy="40690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724748" y="169164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861908" y="1810512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090508" y="1691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724748" y="246888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2474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9236812" y="245059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Reply to start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9236812" y="279806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 replies YES to reorder. No login, no call.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724748" y="356616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72474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9236812" y="354787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&amp; timely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9236812" y="389534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Uses first name and due month. Copy from owner.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8724748" y="466344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724748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9236812" y="4645152"/>
            <a:ext cx="2269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Compliant copy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236812" y="4992624"/>
            <a:ext cx="2269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Opt-out and help language per compliance review.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 copy to be supplied by owner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 · TWO-WAY RCS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Two-way RCS lets patients confirm, reschedule or 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68535" y="47548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8535" y="475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72624" y="1795808"/>
            <a:ext cx="1779029" cy="3860743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09784" y="3262891"/>
            <a:ext cx="1504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MSG-RCS-01</a:t>
            </a:r>
            <a:endParaRPr lang="en-US" sz="1350" dirty="0"/>
          </a:p>
        </p:txBody>
      </p:sp>
      <p:pic>
        <p:nvPicPr>
          <p:cNvPr id="8" name="Image 0" descr="/mnt/user-data/uploads/Devices mockups/A-DEV-IPHONE-02_iphone-notch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2017726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00806" y="1691640"/>
            <a:ext cx="770509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6566" y="196596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656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760926" y="1947672"/>
            <a:ext cx="63792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Verified sender opens the thread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760926" y="2295144"/>
            <a:ext cx="637921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branded, verified card explains rescreen is due, with the due month.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800806" y="3139440"/>
            <a:ext cx="770509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6566" y="341376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66566" y="3413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60926" y="3395472"/>
            <a:ext cx="63792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taps a suggested reply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60926" y="379780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60926" y="3797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 my kit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32526" y="37978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32526" y="3797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 me in 2 weeks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61326" y="379780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61326" y="3797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have a question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00806" y="4587240"/>
            <a:ext cx="7705090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66566" y="486156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66566" y="486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4760926" y="4843272"/>
            <a:ext cx="63792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Conversation closes the loop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760926" y="5190744"/>
            <a:ext cx="637921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Confirmation, order status and kit tracking arrive in the same thread.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shown on iPhone frame · Android frame not yet available (GAP-04)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More on-time rescreens, less patient effort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On-time rescreen rate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51560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728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35608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84048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34% → 46% within 90 days of due date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59404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25164" y="205740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Days from due date to kit order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25164" y="256032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–18 days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3825164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344728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09212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825164" y="384048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41 → 23 days, median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33008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98768" y="205740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Steps for patient to reorder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598768" y="256032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→ 2</a:t>
            </a:r>
            <a:endParaRPr lang="en-US" sz="2600" dirty="0"/>
          </a:p>
        </p:txBody>
      </p:sp>
      <p:sp>
        <p:nvSpPr>
          <p:cNvPr id="23" name="Shape 19"/>
          <p:cNvSpPr/>
          <p:nvPr/>
        </p:nvSpPr>
        <p:spPr>
          <a:xfrm>
            <a:off x="6598768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344728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82816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598768" y="384048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Reply + collect; provider step handled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06611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372371" y="205740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satisfaction (CSAT)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372371" y="256032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+0.6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9372371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344728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56419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372371" y="3840480"/>
            <a:ext cx="176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3.9 → 4.5 out of 5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85800" y="466344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051560" y="466344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we'll measure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 vs. matched holdout of due patients over 90 days. Primary metric: on-time rescreen rate. Assumptions: [reach, RCS availability, opt-in rate].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Projections: [model placeholder] · Dummy data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a 90-day pilot to prove the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51415" y="475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51415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574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 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the rescreen concept and a 90-day pilot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[pilot segment, market]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Channels: email, SMS, two-way RCS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[budget / team]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87452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Approve concept and pilot scope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Final message copy + compliance review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Regulatory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Build email, SMS and RCS flows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Digital · Engineering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Launch pilot to [X] due patients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Operations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Pilot readout and scale decision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6400800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Owners and dates are placeholders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Cologuard Rescreen Experience — New journey concept</dc:title>
  <dc:subject>PptxGenJS Presentation</dc:subject>
  <dc:creator>Rajesh</dc:creator>
  <cp:lastModifiedBy>Rajesh</cp:lastModifiedBy>
  <cp:revision>1</cp:revision>
  <dcterms:created xsi:type="dcterms:W3CDTF">2026-10-02T19:23:18Z</dcterms:created>
  <dcterms:modified xsi:type="dcterms:W3CDTF">2026-10-02T19:23:18Z</dcterms:modified>
</cp:coreProperties>
</file>