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2588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Journey Presentation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B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TPL-JOURNEY-01 · STORY-JOURNEY-01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31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754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CLAUDE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the Storyloom spec,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4782312"/>
            <a:ext cx="4023360" cy="704088"/>
          </a:xfrm>
          <a:prstGeom prst="roundRect">
            <a:avLst>
              <a:gd name="adj" fmla="val 10390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4782312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TPL-JOURNEY-01 with STORY-JOURNEY-01.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69164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075688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75688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overview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74175" y="2075688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387415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2387415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387415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/ audience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4175" y="2387415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SLD-PERSONA-01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699143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699143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699143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stages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74175" y="2699143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01087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3010870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010870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Current-state experience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74175" y="3010870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3322597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3322597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3322597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 / friction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174175" y="3322597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63432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3634324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634324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 / insights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174175" y="3634324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SLD-QUOTE-01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394605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3946052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3946052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74175" y="3946052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4257779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4257779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4257779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174175" y="4257779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89320" y="4569506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89320" y="4569506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4569506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Experience principles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174175" y="4569506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89320" y="4881233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89320" y="4881233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446520" y="4881233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Priority opportunities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9174175" y="4881233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89320" y="5192961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89320" y="5192961"/>
            <a:ext cx="41148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446520" y="5192961"/>
            <a:ext cx="268193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9174175" y="5192961"/>
            <a:ext cx="233172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5989320"/>
            <a:ext cx="5516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38" y="21488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44058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148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42197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85800" y="448056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51560" y="4841748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51560" y="48417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514600" y="4480560"/>
            <a:ext cx="8625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/ AUDIENCE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SLD-PERSONA-01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01368" y="2075688"/>
            <a:ext cx="1942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801368" y="2386584"/>
            <a:ext cx="1942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45–54 · lorem ipsum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8346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3127248"/>
            <a:ext cx="2692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384048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4133088"/>
            <a:ext cx="2692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51560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88720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Ad minim veniam quis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499506" y="2075688"/>
            <a:ext cx="1942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B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499506" y="2386584"/>
            <a:ext cx="1942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55–64 · dolor sit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4749698" y="28346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749698" y="3127248"/>
            <a:ext cx="2692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749698" y="384048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749698" y="4133088"/>
            <a:ext cx="2692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 nulla.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749698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86858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Pretium tincidunt lacus nulla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197645" y="2075688"/>
            <a:ext cx="1942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C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9197645" y="2386584"/>
            <a:ext cx="1942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65–75 · amet elit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8447837" y="28346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8447837" y="3127248"/>
            <a:ext cx="2692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consequat.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447837" y="384048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8447837" y="4133088"/>
            <a:ext cx="2692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Sint occaecat cupidatat non.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447837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584997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Aliqua ut enim 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STAGES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95144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56827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3131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64814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11118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2801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19105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80788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27092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514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goal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2514600"/>
            <a:ext cx="1725107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95144" y="2642616"/>
            <a:ext cx="14324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56827" y="2514600"/>
            <a:ext cx="1725107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3131" y="2642616"/>
            <a:ext cx="14324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64814" y="2514600"/>
            <a:ext cx="1725107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11118" y="2642616"/>
            <a:ext cx="14324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72801" y="2514600"/>
            <a:ext cx="1725107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19105" y="2642616"/>
            <a:ext cx="14324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 in.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80788" y="2514600"/>
            <a:ext cx="1725107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27092" y="2642616"/>
            <a:ext cx="14324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 eu fugiat.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794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Touchpoints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37947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95144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95144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56827" y="37947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3131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03131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15195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15195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64814" y="37947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11118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11118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23182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23182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35246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35246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72801" y="37947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19105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19105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780788" y="37947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27092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927092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439156" y="4041648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439156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85800" y="4754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Typical duration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148840" y="475488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295144" y="4754880"/>
            <a:ext cx="1432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1–2 days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4056827" y="475488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203131" y="4754880"/>
            <a:ext cx="1432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week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964814" y="475488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111118" y="4754880"/>
            <a:ext cx="1432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2–3 days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7872801" y="475488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19105" y="4754880"/>
            <a:ext cx="1432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5–10 days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9780788" y="475488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927092" y="4754880"/>
            <a:ext cx="1432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1–2 weeks</a:t>
            </a:r>
            <a:endParaRPr lang="en-US" sz="1350" dirty="0"/>
          </a:p>
        </p:txBody>
      </p:sp>
      <p:sp>
        <p:nvSpPr>
          <p:cNvPr id="63" name="Text 61"/>
          <p:cNvSpPr txBox="1"/>
          <p:nvPr/>
        </p:nvSpPr>
        <p:spPr>
          <a:xfrm>
            <a:off x="685800" y="5394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148840" y="5394960"/>
            <a:ext cx="1725107" cy="365760"/>
          </a:xfrm>
          <a:prstGeom prst="roundRect">
            <a:avLst>
              <a:gd name="adj" fmla="val 20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295144" y="5394960"/>
            <a:ext cx="14324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Marketing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4056827" y="5394960"/>
            <a:ext cx="1725107" cy="365760"/>
          </a:xfrm>
          <a:prstGeom prst="roundRect">
            <a:avLst>
              <a:gd name="adj" fmla="val 20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203131" y="5394960"/>
            <a:ext cx="14324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CX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5964814" y="5394960"/>
            <a:ext cx="1725107" cy="365760"/>
          </a:xfrm>
          <a:prstGeom prst="roundRect">
            <a:avLst>
              <a:gd name="adj" fmla="val 20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111118" y="5394960"/>
            <a:ext cx="14324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Clinical ops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7872801" y="5394960"/>
            <a:ext cx="1725107" cy="365760"/>
          </a:xfrm>
          <a:prstGeom prst="roundRect">
            <a:avLst>
              <a:gd name="adj" fmla="val 20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019105" y="5394960"/>
            <a:ext cx="14324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Logistics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9780788" y="5394960"/>
            <a:ext cx="1725107" cy="365760"/>
          </a:xfrm>
          <a:prstGeom prst="roundRect">
            <a:avLst>
              <a:gd name="adj" fmla="val 20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927092" y="5394960"/>
            <a:ext cx="14324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 · CX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CURRENT-STATE EXPERIENCE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95144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 · 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56827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3131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 · Laboris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64814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11118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 · Consequat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2801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19105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 · 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80788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27092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 · Fugiat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42316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customer does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95144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56827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3131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64814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11118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72801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19105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80788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27092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5661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3566160"/>
            <a:ext cx="935705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1394" y="3974897"/>
            <a:ext cx="1907987" cy="63094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381" y="4037990"/>
            <a:ext cx="1907987" cy="126187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827368" y="4059022"/>
            <a:ext cx="1907987" cy="105156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8735355" y="3995928"/>
            <a:ext cx="1907987" cy="63094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9098" y="3892601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48840" y="4093769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Neutral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37085" y="3955694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56827" y="4156862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Unsure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45072" y="4081882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64814" y="4283050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53059" y="3976726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72801" y="4177894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Hesitant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561046" y="3913632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80788" y="4114800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Relieved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4846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148840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295144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056827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03131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964814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111118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 mauris integer in mauris.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872801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19105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780788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927092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 / FRICTION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Exercitation ullamco laboris nisi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sit amet consectetur adipiscing elit sed do eiusmod tempor incididunt ut labore et dolore magna aliqua ut enim ad.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Qui officia deserunt mollit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Ut aliquip ex ea commodo consequat duis aute irure dolor in reprehenderit in voluptate velit esse cillum dolore eu fugiat.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Mauris eu nibh euismod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Sunt in culpa qui officia deserunt mollit anim id est laborum curabitur pretium tincidunt lacus nulla gravida orci a odio.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 / INSIGHTS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SLD-QUOTE-01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69748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“Labore et dolore magna aliqua ut enim ad minim veniam quis nostrud exercitation ullamco laboris.”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51560" y="4206240"/>
            <a:ext cx="269229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4343400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654296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51560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88720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Non proident sunt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49698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38" y="214884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49698" y="269748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“Non proident sunt in culpa qui officia deserunt mollit anim id est laborum curabitur pretium.”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749698" y="4206240"/>
            <a:ext cx="269229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49698" y="4343400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B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749698" y="4654296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2026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49698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886858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Felis sollicitudin mauris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47837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14884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447837" y="269748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“Nibh euismod gravida lorem ipsum dolor sit amet consectetur adipiscing elit sed do eiusmod tempor.”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447837" y="4206240"/>
            <a:ext cx="269229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447837" y="4343400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C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447837" y="4654296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2026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447837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584997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Nostrud exercitation ullamco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Varius turpis et commodo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Pharetra est eros bibendum elit nec luctus magna felis sollicitudin mauris integer in mauris eu nibh euismod gravida lorem ipsum.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Ut labore et dolore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Eu fugiat nulla pariatur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Irure dolor in reprehenderit in voluptate velit esse cillum dolore eu fugiat nulla pariatur excepteur sint occaecat cupidatat non proident.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Sint occaecat cupidatat non proident sunt 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95144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 · Ad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56827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3131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 · Laboris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64814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11118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 · Consequat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2801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19105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 · In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+3 to +10 days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80788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27092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 · Fugiat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+14 days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 moment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2514600"/>
            <a:ext cx="172510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95144" y="2647188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32888" y="2514600"/>
            <a:ext cx="1267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56827" y="2514600"/>
            <a:ext cx="172510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3131" y="2647188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40875" y="2514600"/>
            <a:ext cx="1267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64814" y="2514600"/>
            <a:ext cx="172510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B041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11118" y="2647188"/>
            <a:ext cx="146304" cy="146304"/>
          </a:xfrm>
          <a:prstGeom prst="ellipse">
            <a:avLst/>
          </a:prstGeom>
          <a:solidFill>
            <a:srgbClr val="B0412D"/>
          </a:solidFill>
          <a:ln w="12700">
            <a:solidFill>
              <a:srgbClr val="B041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48862" y="2514600"/>
            <a:ext cx="1267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412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72801" y="2514600"/>
            <a:ext cx="172510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19105" y="2647188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56849" y="2514600"/>
            <a:ext cx="1267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80788" y="2514600"/>
            <a:ext cx="172510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27092" y="2647188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64836" y="2514600"/>
            <a:ext cx="1267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Tempor incididunt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3108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customer does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48840" y="31089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95144" y="323697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56827" y="31089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03131" y="323697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64814" y="31089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11118" y="323697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872801" y="31089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19105" y="323697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780788" y="310896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27092" y="323697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 nulla gravida.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40690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148840" y="4069080"/>
            <a:ext cx="935705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011394" y="4355104"/>
            <a:ext cx="1907987" cy="2852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4919381" y="4324198"/>
            <a:ext cx="1907987" cy="30907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27368" y="4324198"/>
            <a:ext cx="1907987" cy="35662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8735355" y="4312310"/>
            <a:ext cx="1907987" cy="4754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9098" y="4301338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148840" y="4502506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Informed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37085" y="4272808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56827" y="4473976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745072" y="4241902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964814" y="4443070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control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653059" y="4277563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872801" y="4478731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Supported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561046" y="4230014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780788" y="4431182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Reassured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85800" y="5166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148840" y="5166360"/>
            <a:ext cx="1725107" cy="594360"/>
          </a:xfrm>
          <a:prstGeom prst="roundRect">
            <a:avLst>
              <a:gd name="adj" fmla="val 12308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295144" y="5294376"/>
            <a:ext cx="143249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056827" y="5166360"/>
            <a:ext cx="1725107" cy="594360"/>
          </a:xfrm>
          <a:prstGeom prst="roundRect">
            <a:avLst>
              <a:gd name="adj" fmla="val 12308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203131" y="5294376"/>
            <a:ext cx="143249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elit.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964814" y="5166360"/>
            <a:ext cx="1725107" cy="594360"/>
          </a:xfrm>
          <a:prstGeom prst="roundRect">
            <a:avLst>
              <a:gd name="adj" fmla="val 12308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111118" y="5294376"/>
            <a:ext cx="143249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Tempor incididunt ut labore.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7872801" y="5166360"/>
            <a:ext cx="1725107" cy="594360"/>
          </a:xfrm>
          <a:prstGeom prst="roundRect">
            <a:avLst>
              <a:gd name="adj" fmla="val 12308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019105" y="5294376"/>
            <a:ext cx="143249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ad.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9780788" y="5166360"/>
            <a:ext cx="1725107" cy="594360"/>
          </a:xfrm>
          <a:prstGeom prst="roundRect">
            <a:avLst>
              <a:gd name="adj" fmla="val 12308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927092" y="5294376"/>
            <a:ext cx="143249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 laboris.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EXPERIENCE PRINCIPLES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Gravida orci a odio nullam varius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Aliquip ex ea commodo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 varius turpis et commodo.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 est laborum curabitur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 mauris integer in mauris eu nibh euismod gravida lorem ipsum dolor sit amet consectetur adipiscing elit sed do.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dolor sit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 nostrud exercitation ullamco laboris nisi ut aliquip ex ea commodo consequat duis aute.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PRIORITY OPPORTUNITIES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mauris eu nibh euismod gravida lorem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3000" y="1691640"/>
            <a:ext cx="60350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" y="1709928"/>
            <a:ext cx="2999232" cy="1833372"/>
          </a:xfrm>
          <a:prstGeom prst="roundRect">
            <a:avLst>
              <a:gd name="adj" fmla="val 4988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691640"/>
            <a:ext cx="0" cy="370332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543300"/>
            <a:ext cx="6035040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Quick wins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Big bets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261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Fill-ins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7261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Deprioritize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548640" y="34061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 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5486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EFFORT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67128" y="2323490"/>
            <a:ext cx="365760" cy="36576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67128" y="23234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32734" y="2841955"/>
            <a:ext cx="365760" cy="36576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2734" y="2841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84648" y="2249424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84648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49931" y="4175150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49931" y="4175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43246" y="3878885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43246" y="38788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08853" y="4545482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08853" y="45454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16916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18120" y="2130552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1812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330184" y="21031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818120" y="2740152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2740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330184" y="27127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818120" y="3349752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18120" y="3349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330184" y="33223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818120" y="3959352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1812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330184" y="39319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laborum curabitur pretium tincidunt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818120" y="4568952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18120" y="4568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330184" y="45415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Ipsum dolor sit amet consectetur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7818120" y="5178552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18120" y="5178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330184" y="51511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Duis aute irure dolor in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Et dolore magna aliqua ut enim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13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Consequat duis aute irure dolor in reprehenderit.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206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[lorem ipsum]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Owner: [role]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[dolor sit]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691640"/>
          <a:ext cx="725393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22015"/>
                <a:gridCol w="19202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Ad minim veniam quis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Fugiat nulla pariatur excepteur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Design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Odio nullam varius turpis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 · Eng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Amet consectetur adipiscing elit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 ea commodo consequat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Journey Presentation — template</dc:title>
  <dc:subject>PptxGenJS Presentation</dc:subject>
  <dc:creator>Storyloom AI</dc:creator>
  <cp:lastModifiedBy>Storyloom AI</cp:lastModifiedBy>
  <cp:revision>1</cp:revision>
  <dcterms:created xsi:type="dcterms:W3CDTF">2026-10-02T19:22:54Z</dcterms:created>
  <dcterms:modified xsi:type="dcterms:W3CDTF">2026-10-02T19:22:54Z</dcterms:modified>
</cp:coreProperties>
</file>