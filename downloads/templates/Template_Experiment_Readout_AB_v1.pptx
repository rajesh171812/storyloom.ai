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Control</c:v>
                  </c:pt>
                  <c:pt idx="1">
                    <c:v>Variant A</c:v>
                  </c:pt>
                  <c:pt idx="2">
                    <c:v>Variant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10.2</c:v>
                </c:pt>
                <c:pt idx="1">
                  <c:v>11.6</c:v>
                </c:pt>
                <c:pt idx="2">
                  <c:v>12.9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b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Experiment Readout · Quantitative / A-B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TPL-EXPERIMENT-01 · STORY-EXP-01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CLAUDE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the Storyloom spec,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782312"/>
            <a:ext cx="4023360" cy="704088"/>
          </a:xfrm>
          <a:prstGeom prst="roundRect">
            <a:avLst>
              <a:gd name="adj" fmla="val 10390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782312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TPL-EXPERIMENT-01 with STORY-EXP-01, evidence mode Quantitative / A-B.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69164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075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7568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2316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2316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77063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7063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74175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11810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118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11810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3118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465576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3465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465576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3465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813048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3813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81304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Quantitative A/B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74175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16052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16052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74175" y="4160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50799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50799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174175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485546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855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85546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174175" y="48554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5989320"/>
            <a:ext cx="5516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4058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42197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1560" y="4841748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51560" y="48417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846320" cy="4069080"/>
          </a:xfrm>
          <a:prstGeom prst="roundRect">
            <a:avLst>
              <a:gd name="adj" fmla="val 2697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671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154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 minim veniam quis nostrud exercitation ullamco laboris.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 felis sollicitudin mauris integer in.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6440" y="16916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856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18562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4810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Lorem · order data · n = 4,200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31394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304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3040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9288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Survey · online · n = 1,200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45872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751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47518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53766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3 channels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hypothesis as one testable sentence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20095" cy="2697480"/>
          </a:xfrm>
          <a:prstGeom prst="roundRect">
            <a:avLst>
              <a:gd name="adj" fmla="val 4746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03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103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99056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believe that laboris nisi ut aliquip ex ea commodo consequat will est eros bibendum elit nec luctus.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WE'LL KNOW IT WORKED WHEN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in reprehenderit in voluptate velit esse cillum dolore eu.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383938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3938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rate, +2 pts or more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82077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82077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Sed do eiusmod tempor incididunt ut labore.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8991295" cy="0"/>
          </a:xfrm>
          <a:prstGeom prst="line">
            <a:avLst/>
          </a:prstGeom>
          <a:noFill/>
          <a:ln w="25400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Recruit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73704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370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790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Randomize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7904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21528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15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35728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Expose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5728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9351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9351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83551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Measure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83551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17175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17175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631375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31375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526280"/>
            <a:ext cx="10820095" cy="1234440"/>
          </a:xfrm>
          <a:prstGeom prst="roundRect">
            <a:avLst>
              <a:gd name="adj" fmla="val 888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AUDIENCE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 = 12,000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06927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SPLIT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6927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50 / 50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08699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DURATION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8699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weeks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10470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0470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rate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12242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2242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Dolor opt-out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513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9953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1463040" cy="2926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23160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3666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10.2%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3938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3938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56651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48091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8" y="2148840"/>
            <a:ext cx="1463040" cy="29260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121298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121298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11.6%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121298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+1.4 pts vs control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82077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082077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54790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46230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077" y="2148840"/>
            <a:ext cx="1463040" cy="29260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19437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commodo.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819437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7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12.9%</a:t>
            </a:r>
            <a:endParaRPr lang="en-US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9819437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+2.7 pts vs control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5800" y="53492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51560" y="534924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changed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 nisi ut aliquip ex ea commodo consequat duis aute irure.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QUANTITATIVE A/B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 · VIZ-VARIANTS-01 · VIZ-KPI-01 · VIZ-BAR-01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108960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10.2%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2951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139440"/>
            <a:ext cx="3108960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368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642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11.6%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7429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+1.4 pts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587240"/>
            <a:ext cx="3108960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81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 · WINNER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090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12.9%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1907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+2.7 pts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69080" y="1691640"/>
            <a:ext cx="7436815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20116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Conversion by variant, %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297680" y="2377440"/>
          <a:ext cx="6979615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4069080" y="5029200"/>
            <a:ext cx="7436815" cy="731520"/>
          </a:xfrm>
          <a:prstGeom prst="roundRect">
            <a:avLst>
              <a:gd name="adj" fmla="val 15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34840" y="5029200"/>
            <a:ext cx="6705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Significance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 = 0.01 · 95% CI +1.1 to +4.3 pts · n = 12,000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11880"/>
            <a:ext cx="45413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61608" y="2423160"/>
          <a:ext cx="481568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598768" y="516636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method · n = 1,200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Quantitative / A-B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91640"/>
          <a:ext cx="725393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22015"/>
                <a:gridCol w="1920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Readout · Quantitative / A-B — template</dc:title>
  <dc:subject>PptxGenJS Presentation</dc:subject>
  <dc:creator>Storyloom AI</dc:creator>
  <cp:lastModifiedBy>Storyloom AI</cp:lastModifiedBy>
  <cp:revision>1</cp:revision>
  <dcterms:created xsi:type="dcterms:W3CDTF">2026-10-02T19:22:53Z</dcterms:created>
  <dcterms:modified xsi:type="dcterms:W3CDTF">2026-10-02T19:22:53Z</dcterms:modified>
</cp:coreProperties>
</file>